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演讲者备注：先讲结论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潮笺 季度回顾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2026 Q3 · Tidequill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up 12%</a:t>
            </a:r>
          </a:p>
          <a:p>
            <a:r>
              <a:t>新增用户 3.4 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